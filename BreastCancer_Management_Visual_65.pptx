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5-year survival by era &amp; race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</c:v>
                </c:pt>
                <c:pt idx="1">
                  <c:v>78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African American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46</c:v>
                </c:pt>
                <c:pt idx="1">
                  <c:v>64</c:v>
                </c:pt>
                <c:pt idx="2">
                  <c:v>78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Schwartz's Principles of Surgery (11th ed.) — The Breast; study notes with illustrations, graphs and flowcharts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4–14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in situ &amp; invasive types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15–25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26–35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3212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36–47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4300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48–60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61–65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perforators + lateral branches of posterior intercostals + axillary branches (highest thoracic, lateral thoracic, pectoral branch of thoracoacromial)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559052"/>
            <a:ext cx="4160520" cy="1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7" name="Text 45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9" name="Shape 4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6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3" name="Text 8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pearl: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28346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4" name="Text 31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9" name="Text 34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25" name="Shape 9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8" name="Text 15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1" name="Text 18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2" name="Shape 19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28346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20" name="Shape 18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2" name="Text 8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2" name="Text 8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8" name="Shape 15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3" name="Shape 11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284378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2" name="Shape 30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7560" y="749808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3319272" y="972668"/>
            <a:ext cx="5541264" cy="16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Commonest female cancer; leading cancer death age 20–59; US 2018: 266,120 cases, 40,920 deaths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1 in 13 (1970s) → 1 in 8 (2004) — screening detection; incidence falling since ~2000 (less HRT)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less industrialised nations, early multiple pregnancies + long lactation; high: nulliparous, Ashkenazi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American &amp; West/sub-Saharan African women: younger, more ER-negative, higher mortality; poorer settings lack screening &amp; MDT care</a:t>
            </a:r>
            <a:endParaRPr lang="en-US" sz="91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5" name="Text 11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4" name="Text 11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7" name="Text 14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896112"/>
            <a:ext cx="4846320" cy="1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600000"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4" name="Shape 22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3" name="Text 31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5" name="Shape 33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4" name="Text 62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6" name="Shape 64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3" name="Shape 71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74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9" name="Text 76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80" name="Shape 77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2" name="Text 79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3" name="Text 80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 (≈100% accurate)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18488" y="2862072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971800" y="1353312"/>
            <a:ext cx="182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897880" y="1353312"/>
            <a:ext cx="182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2971800" y="2724912"/>
            <a:ext cx="182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897880" y="2724912"/>
            <a:ext cx="182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7" name="Text 45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32918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938528"/>
            <a:ext cx="32918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32918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2" name="Text 39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3" name="Shape 40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5" name="Text 42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219456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1" name="Text 27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pearls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3" name="Shape 9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662940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screen-detected cancers: &gt;90% cure, often by local therapy; locally advanced disease needs all three modalities (surgery + RT + systemic).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594360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393192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39776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200400"/>
            <a:ext cx="39776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320040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2468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17320" y="2898648"/>
            <a:ext cx="246888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265176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4" name="Text 42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10" name="Shape 8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18488" y="2775204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301752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9" name="Shape 17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14630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Focus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74520"/>
                <a:gridCol w="1920240"/>
                <a:gridCol w="187452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focus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recurrence (~half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relapse (ER+ &gt;5 y); endocrine toxicity;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during chemo; distant relapse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M1 risk; trials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each line; re-biopsy at progression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6-mo; mammo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1600200" y="1097280"/>
            <a:ext cx="82296" cy="1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054096" y="1097280"/>
            <a:ext cx="82296" cy="1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4507992" y="1097280"/>
            <a:ext cx="82296" cy="1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961888" y="1097280"/>
            <a:ext cx="82296" cy="1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7415784" y="1097280"/>
            <a:ext cx="82296" cy="1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288036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1" name="Text 8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1" name="Text 18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3749040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9" name="Shape 17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30" name="Text 27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10" name="Text 8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5907024" cy="1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7" name="Shape 25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30" name="Shape 28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2" name="Text 30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10" name="Text 8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1" name="Shape 28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3" name="Shape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5" name="Shape 32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2026-09-28T00:39:39Z</dcterms:created>
  <dcterms:modified xsi:type="dcterms:W3CDTF">2026-09-28T00:39:39Z</dcterms:modified>
</cp:coreProperties>
</file>